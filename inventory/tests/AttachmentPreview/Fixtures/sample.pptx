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PowerPoint slide 1 — متن فارسی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657600" cy="24003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188720"/>
          <a:ext cx="3657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r>
                        <a:t>Slide table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&lt;script&gt;not executed&lt;/script&gt;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پایان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PowerPoint slide 2 — متن فارسی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657600" cy="24003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188720"/>
          <a:ext cx="3657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r>
                        <a:t>Slide table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&lt;script&gt;not executed&lt;/script&gt;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پایان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